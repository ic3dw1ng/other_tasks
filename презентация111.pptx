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7" Type="http://schemas.openxmlformats.org/officeDocument/2006/relationships/image" Target="../media/image12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7.png" /><Relationship Id="rId4" Type="http://schemas.openxmlformats.org/officeDocument/2006/relationships/image" Target="../media/image16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73800" y="1524000"/>
            <a:ext cx="7543800" cy="1905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Дедлайн-Мастер: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3800" y="3937000"/>
            <a:ext cx="7543800" cy="180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Меня зовут [Ваше Имя], и сегодня мы представим вам «Дедлайн-Мастер» — инновационное решение, разработанное для студентов, которые стремятся эффективно управлять своими учебными задачами и избегать стресса, связанного с пропущенными сроками. Мы понимаем, что современная студенческая жизнь требует баланса между интенсивной учебой и личными интересами, и наш продукт призван помочь в этом.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0000" y="3429000"/>
            <a:ext cx="11430000" cy="127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Проблема хаоса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700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86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472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70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Студенческая реальность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Студенты 1-2 курсов часто оказываются в эпицентре учебного хаоса, где множество задач приводит к пропускам сроков.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56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Учебная нагрузка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56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Совмещение учебы с личными проектами увеличивает нагрузку и снижает успеваемость из-за упущенных дедлайнов.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42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Последствия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42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Риск пропуска важных сроков напрямую влияет на академическую успеваемость и общий стресс студента.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9000" y="977900"/>
            <a:ext cx="12700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Наше решение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9500" y="4502150"/>
            <a:ext cx="12992100" cy="127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46550" y="40386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34250" y="46609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09250" y="40386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37000" y="4292600"/>
            <a:ext cx="431800" cy="4318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F0D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24700" y="4292600"/>
            <a:ext cx="431800" cy="4318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F0D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99700" y="4292600"/>
            <a:ext cx="431800" cy="4318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F0D4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955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Единое окно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305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«Дедлайн-Мастер» — это централизованный цифровой сервис, который объединяет все учебные и личные сроки в одном удобном интерфейсе.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0" y="4381500"/>
            <a:ext cx="254000" cy="25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67200" y="52070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Возвращение контроля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57277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Продукт призван вернуть студентам контроль над их расписанием, снижая уровень стресса и повышая продуктивность.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0" y="4381500"/>
            <a:ext cx="254000" cy="25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05700" y="21209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Интуитивность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700" y="27305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Мы создаем интуитивно понятный интерфейс, который не требует времени на освоение и позволяет сразу приступить к управлению задачами.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8600" y="438150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0000" y="3429000"/>
            <a:ext cx="11430000" cy="127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MVP Функционал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700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86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472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70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Добавление 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Простое внесение любых учебных и личных поручений с возможностью указания деталей.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56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Установка дедлайнов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56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Четкое определение крайних сроков выполнения для каждой задачи, с возможностью выбора даты и времени.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42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Умная сортировка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42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Автоматическое ранжирование задач по срочности, чтобы студент всегда видел, что требует немедленного внимания.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2700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Технологии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556000"/>
            <a:ext cx="406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Фронтенд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4000500"/>
            <a:ext cx="38100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React или Flutter обеспечивают создание динамичного, отзывчивого и кроссплатформенного пользовательского интерфейса.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4508500"/>
            <a:ext cx="355600" cy="35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04400" y="2794000"/>
            <a:ext cx="444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Бэкенд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04400" y="3238500"/>
            <a:ext cx="381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Python (Django/Flask) или Node.js (Express) гарантируют быструю обработку данных, масштабируемость и надежный API.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600" y="3302000"/>
            <a:ext cx="355600" cy="355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4400" y="4953000"/>
            <a:ext cx="444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База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4400" y="5397500"/>
            <a:ext cx="381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PostgreSQL используется для надежного и структурированного хранения всей информации о задачах и пользователях.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0" y="5816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54000"/>
            <a:ext cx="8128000" cy="21209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Демонстрация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3150" y="2984500"/>
            <a:ext cx="12700" cy="33020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9000" y="3175000"/>
            <a:ext cx="381000" cy="381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9000" y="29210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300">
                <a:solidFill>
                  <a:srgbClr val="27252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70000" y="3359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000" y="4445000"/>
            <a:ext cx="381000" cy="381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9000" y="41783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300">
                <a:solidFill>
                  <a:srgbClr val="27252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0000" y="4629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9000" y="5715000"/>
            <a:ext cx="381000" cy="381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9000" y="54483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300">
                <a:solidFill>
                  <a:srgbClr val="27252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0000" y="5899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D6B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05000" y="298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Создание задачи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336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Пользователь вводит название и краткое описание новой учебной или личной задачи в соответствующее поле.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425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Установка дедлайна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63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Затем выбирается конкретная дата и время, до которого задача должна быть выполнена, используя удобный календарь.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552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Автоматическая сортировка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590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Система автоматически определяет срочность задачи и перемещает ее в верхнюю часть списка для немедленного внимания.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2700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UI/UX Дизайн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2286000"/>
            <a:ext cx="4318000" cy="88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3365500"/>
            <a:ext cx="41275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Минимализм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810000"/>
            <a:ext cx="38735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Мы придерживаемся принципов минимализма, создавая чистый и спокойный интерфейс, который не перегружает пользователя визуально.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0" y="2552700"/>
            <a:ext cx="355600" cy="355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2286000"/>
            <a:ext cx="4318000" cy="88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1300" y="3365500"/>
            <a:ext cx="41275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Фокус на контенте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300" y="3810000"/>
            <a:ext cx="38735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Основной упор делается на содержание задач и сроков, предоставляя пользователю только необходимую информацию.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00" y="2552700"/>
            <a:ext cx="355600" cy="355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0" y="2286000"/>
            <a:ext cx="4318000" cy="88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90100" y="3365500"/>
            <a:ext cx="41275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Интуитивность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0100" y="3810000"/>
            <a:ext cx="38735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Навигация и управление задачами максимально упрощены, чтобы любой студент мог легко освоить сервис без дополнительных инструкций.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0" y="25527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0"/>
            <a:ext cx="13106400" cy="127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Перспективы развития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6426200" cy="2413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42200" y="5080000"/>
            <a:ext cx="6426200" cy="2413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90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Уведомления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5842000"/>
            <a:ext cx="629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Разработка системы умных уведомлений, интегрированной с Telegram, чтобы студенты получали своевременные напоминания о предстоящих дедлайнах и важных событиях.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92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Интеграция с календарями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9200" y="5842000"/>
            <a:ext cx="629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Реализация двусторонней синхронизации с популярными сервисами, такими как Google Календарь, для обеспечения целостного управления временем.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0" y="1714500"/>
            <a:ext cx="76200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Дальнейшее развитие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3175000"/>
            <a:ext cx="381000" cy="381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0000" y="29210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300">
                <a:solidFill>
                  <a:srgbClr val="27252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0000" y="4445000"/>
            <a:ext cx="381000" cy="381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0000" y="41783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300">
                <a:solidFill>
                  <a:srgbClr val="27252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0000" y="5715000"/>
            <a:ext cx="381000" cy="381000"/>
          </a:xfrm>
          <a:prstGeom prst="roundRect">
            <a:avLst>
              <a:gd name="adj" fmla="val 5000"/>
            </a:avLst>
          </a:prstGeom>
          <a:solidFill>
            <a:srgbClr val="F0D4F7"/>
          </a:solidFill>
          <a:ln w="12700">
            <a:solidFill>
              <a:srgbClr val="D6B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0000" y="5448300"/>
            <a:ext cx="381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/>
          </a:p>
          <a:p>
            <a:pPr algn="ctr">
              <a:defRPr sz="2300">
                <a:solidFill>
                  <a:srgbClr val="27252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298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Аналитика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336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Добавление раздела статистики для анализа продуктивности и отслеживания прогресса по выполненным задачам.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425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Совместная работа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463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Внедрение функционала для обмена задачами и совместной работы над групповыми проектами с одногруппниками.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5000" y="552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 i="0">
                <a:solidFill>
                  <a:srgbClr val="272525"/>
                </a:solidFill>
                <a:latin typeface="Arial"/>
              </a:defRPr>
            </a:pPr>
            <a:r>
              <a:t>Персонализация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590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Возможность настройки тем оформления и уведомлений под индивидуальные предпочтения пользователя.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524000"/>
            <a:ext cx="7543800" cy="1905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3850" b="0" i="0">
                <a:solidFill>
                  <a:srgbClr val="000000"/>
                </a:solidFill>
                <a:latin typeface="Arial"/>
              </a:defRPr>
            </a:pPr>
            <a:r>
              <a:t>Вопросы к нам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7543800" cy="180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272525"/>
                </a:solidFill>
                <a:latin typeface="Arial"/>
              </a:defRPr>
            </a:pPr>
            <a:r>
              <a:t>Мы готовы ответить на ваши вопросы. Обычно на этом этапе комиссии интересуются следующими аспектами: Каким образом планируется монетизация продукта, если таковая предусмотрена? Какие ключевые метрики успеха вы будете отслеживать для оценки эффективности «Дедлайн-Мастера»? В чем заключаются ваши основные конкурентные преимущества перед существующими решениями на рынке?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Произвольный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Дмитрий Овчинников</cp:lastModifiedBy>
  <cp:revision>2</cp:revision>
  <dcterms:created xsi:type="dcterms:W3CDTF">2013-01-27T09:14:16Z</dcterms:created>
  <dcterms:modified xsi:type="dcterms:W3CDTF">2026-03-18T08:44:44Z</dcterms:modified>
  <cp:category/>
</cp:coreProperties>
</file>