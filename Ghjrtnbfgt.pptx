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DBDE"/>
    <a:srgbClr val="D7DBDD"/>
    <a:srgbClr val="C04C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7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0DF66-14A5-4199-B21E-E36359BC746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B1CF6-A2D7-4BBC-96FD-0A43EEBFDB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37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B1CF6-A2D7-4BBC-96FD-0A43EEBFDB7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658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33414CD-6639-4E92-A85A-3E0043B65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" y="-8145"/>
            <a:ext cx="14654784" cy="823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4398ED9-D1D9-4324-8DE7-65E784DDD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1497965"/>
            <a:ext cx="7772400" cy="14700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004F3355-78F1-45E8-933C-EEFA97047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384" y="2865120"/>
            <a:ext cx="6400800" cy="17526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Умный планировщик дедлайнов</a:t>
            </a:r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78B42575-3E1B-45BA-A5E9-71C94F5F7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209550"/>
            <a:ext cx="7810500" cy="78105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Picture background">
            <a:extLst>
              <a:ext uri="{FF2B5EF4-FFF2-40B4-BE49-F238E27FC236}">
                <a16:creationId xmlns:a16="http://schemas.microsoft.com/office/drawing/2014/main" id="{9A8E09E0-6B4B-4315-87F6-C2BB1EB0B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" y="-8145"/>
            <a:ext cx="14654784" cy="823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0000" y="4052669"/>
            <a:ext cx="11430000" cy="64633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rPr lang="ru-RU" sz="3600" dirty="0"/>
              <a:t>Почему студенты выгорают </a:t>
            </a:r>
            <a:r>
              <a:rPr lang="en-US" sz="3600" dirty="0"/>
              <a:t>/</a:t>
            </a:r>
            <a:r>
              <a:rPr lang="ru-RU" sz="3600" dirty="0"/>
              <a:t> теряют фокус на учебе</a:t>
            </a:r>
            <a:endParaRPr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2700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086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472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70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Студенческая реальность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rPr dirty="0" err="1"/>
              <a:t>Студенты</a:t>
            </a:r>
            <a:r>
              <a:rPr dirty="0"/>
              <a:t> 1-2 </a:t>
            </a:r>
            <a:r>
              <a:rPr dirty="0" err="1"/>
              <a:t>курсов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оказываются</a:t>
            </a:r>
            <a:r>
              <a:rPr dirty="0"/>
              <a:t> в </a:t>
            </a:r>
            <a:r>
              <a:rPr dirty="0" err="1"/>
              <a:t>эпицентре</a:t>
            </a:r>
            <a:r>
              <a:rPr dirty="0"/>
              <a:t>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хаоса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множество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приводит</a:t>
            </a:r>
            <a:r>
              <a:rPr dirty="0"/>
              <a:t> к </a:t>
            </a:r>
            <a:r>
              <a:rPr dirty="0" err="1"/>
              <a:t>пропускам</a:t>
            </a:r>
            <a:r>
              <a:rPr dirty="0"/>
              <a:t> </a:t>
            </a:r>
            <a:r>
              <a:rPr dirty="0" err="1"/>
              <a:t>сроков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56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Учебная нагрузка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6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rPr dirty="0" err="1"/>
              <a:t>Совмещение</a:t>
            </a:r>
            <a:r>
              <a:rPr dirty="0"/>
              <a:t> </a:t>
            </a:r>
            <a:r>
              <a:rPr dirty="0" err="1"/>
              <a:t>учебы</a:t>
            </a:r>
            <a:r>
              <a:rPr dirty="0"/>
              <a:t> с </a:t>
            </a:r>
            <a:r>
              <a:rPr dirty="0" err="1"/>
              <a:t>личными</a:t>
            </a:r>
            <a:r>
              <a:rPr dirty="0"/>
              <a:t> </a:t>
            </a:r>
            <a:r>
              <a:rPr dirty="0" err="1"/>
              <a:t>проектами</a:t>
            </a:r>
            <a:r>
              <a:rPr dirty="0"/>
              <a:t> </a:t>
            </a:r>
            <a:r>
              <a:rPr dirty="0" err="1"/>
              <a:t>увеличивает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 и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успеваемость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упущенных</a:t>
            </a:r>
            <a:r>
              <a:rPr dirty="0"/>
              <a:t> </a:t>
            </a:r>
            <a:r>
              <a:rPr dirty="0" err="1"/>
              <a:t>дедлайнов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42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Последствия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42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Риск пропуска важных сроков напрямую влияет на академическую успеваемость и общий стресс студента.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Picture background">
            <a:extLst>
              <a:ext uri="{FF2B5EF4-FFF2-40B4-BE49-F238E27FC236}">
                <a16:creationId xmlns:a16="http://schemas.microsoft.com/office/drawing/2014/main" id="{38EB19D3-7EC2-4945-9D9B-6444B399A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" y="-8145"/>
            <a:ext cx="14654784" cy="823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89000" y="977900"/>
            <a:ext cx="1270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Наше решение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9500" y="4502150"/>
            <a:ext cx="12992100" cy="127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46550" y="40386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34250" y="46609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09250" y="40386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37000" y="4292600"/>
            <a:ext cx="431800" cy="4318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F0D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24700" y="4292600"/>
            <a:ext cx="431800" cy="4318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F0D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99700" y="4292600"/>
            <a:ext cx="431800" cy="4318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F0D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955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Единое окно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30500"/>
            <a:ext cx="60833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rPr dirty="0"/>
              <a:t>«</a:t>
            </a:r>
            <a:r>
              <a:rPr lang="en-US" dirty="0" err="1"/>
              <a:t>conexy</a:t>
            </a:r>
            <a:r>
              <a:rPr lang="en-US" dirty="0"/>
              <a:t> to-</a:t>
            </a:r>
            <a:r>
              <a:rPr lang="en-US" dirty="0" err="1"/>
              <a:t>dolist</a:t>
            </a:r>
            <a:r>
              <a:rPr dirty="0"/>
              <a:t>»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централизованный</a:t>
            </a:r>
            <a:r>
              <a:rPr dirty="0"/>
              <a:t> </a:t>
            </a:r>
            <a:r>
              <a:rPr dirty="0" err="1"/>
              <a:t>цифровой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учебные</a:t>
            </a:r>
            <a:r>
              <a:rPr dirty="0"/>
              <a:t> и </a:t>
            </a:r>
            <a:r>
              <a:rPr dirty="0" err="1"/>
              <a:t>личные</a:t>
            </a:r>
            <a:r>
              <a:rPr dirty="0"/>
              <a:t> </a:t>
            </a:r>
            <a:r>
              <a:rPr dirty="0" err="1"/>
              <a:t>сроки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удобном</a:t>
            </a:r>
            <a:r>
              <a:rPr dirty="0"/>
              <a:t> </a:t>
            </a:r>
            <a:r>
              <a:rPr dirty="0" err="1"/>
              <a:t>интерфейсе</a:t>
            </a:r>
            <a:r>
              <a:rPr dirty="0"/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4381500"/>
            <a:ext cx="254000" cy="25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67200" y="52070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Возвращение контроля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57277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Продукт призван вернуть студентам контроль над их расписанием, снижая уровень стресса и повышая продуктивность.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600" y="4381500"/>
            <a:ext cx="254000" cy="25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05700" y="21209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Интуитивность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700" y="27305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Мы создаем интуитивно понятный интерфейс, который не требует времени на освоение и позволяет сразу приступить к управлению задачами.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600" y="43815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Picture background">
            <a:extLst>
              <a:ext uri="{FF2B5EF4-FFF2-40B4-BE49-F238E27FC236}">
                <a16:creationId xmlns:a16="http://schemas.microsoft.com/office/drawing/2014/main" id="{8BD8AEEF-A0CC-45B3-B1B4-A3C276D18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" y="-8145"/>
            <a:ext cx="14654784" cy="823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0000" y="3429000"/>
            <a:ext cx="114300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MVP Функционал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700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86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472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70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Добавление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Простое внесение любых учебных и личных поручений с возможностью указания деталей.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56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Установка дедлайнов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6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Четкое определение крайних сроков выполнения для каждой задачи, с возможностью выбора даты и времени.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42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Умная сортировка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42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Автоматическое ранжирование задач по срочности, чтобы студент всегда видел, что требует немедленного внимания.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Picture background">
            <a:extLst>
              <a:ext uri="{FF2B5EF4-FFF2-40B4-BE49-F238E27FC236}">
                <a16:creationId xmlns:a16="http://schemas.microsoft.com/office/drawing/2014/main" id="{0CA724E0-260E-45C3-B3AF-CD11F6217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" y="-8145"/>
            <a:ext cx="14654784" cy="823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62000" y="12700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UI/UX Дизайн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365500"/>
            <a:ext cx="41275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Минимализм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810000"/>
            <a:ext cx="38735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Мы придерживаемся принципов минимализма, создавая чистый и спокойный интерфейс, который не перегружает пользователя визуально.</a:t>
            </a:r>
          </a:p>
        </p:txBody>
      </p:sp>
      <p:sp>
        <p:nvSpPr>
          <p:cNvPr id="16" name="Стрелка: шеврон 15">
            <a:extLst>
              <a:ext uri="{FF2B5EF4-FFF2-40B4-BE49-F238E27FC236}">
                <a16:creationId xmlns:a16="http://schemas.microsoft.com/office/drawing/2014/main" id="{3855FD32-E693-4E3D-BD9D-06D1EE3CE7E4}"/>
              </a:ext>
            </a:extLst>
          </p:cNvPr>
          <p:cNvSpPr/>
          <p:nvPr/>
        </p:nvSpPr>
        <p:spPr>
          <a:xfrm>
            <a:off x="850900" y="2286000"/>
            <a:ext cx="4292600" cy="911860"/>
          </a:xfrm>
          <a:prstGeom prst="chevr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2552700"/>
            <a:ext cx="355600" cy="355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1300" y="3365500"/>
            <a:ext cx="41275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Фокус на контенте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300" y="3810000"/>
            <a:ext cx="38735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Основной упор делается на содержание задач и сроков, предоставляя пользователю только необходимую информацию.</a:t>
            </a:r>
          </a:p>
        </p:txBody>
      </p:sp>
      <p:sp>
        <p:nvSpPr>
          <p:cNvPr id="17" name="Стрелка: шеврон 16">
            <a:extLst>
              <a:ext uri="{FF2B5EF4-FFF2-40B4-BE49-F238E27FC236}">
                <a16:creationId xmlns:a16="http://schemas.microsoft.com/office/drawing/2014/main" id="{352AC159-DBD3-41A2-BCEE-DB8FC578CE8E}"/>
              </a:ext>
            </a:extLst>
          </p:cNvPr>
          <p:cNvSpPr/>
          <p:nvPr/>
        </p:nvSpPr>
        <p:spPr>
          <a:xfrm>
            <a:off x="5207000" y="2286000"/>
            <a:ext cx="4292600" cy="911860"/>
          </a:xfrm>
          <a:prstGeom prst="chevr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00" y="2552700"/>
            <a:ext cx="355600" cy="35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90100" y="3365500"/>
            <a:ext cx="41275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Интуитивность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0100" y="3810000"/>
            <a:ext cx="38735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Навигация и управление задачами максимально упрощены, чтобы любой студент мог легко освоить сервис без дополнительных инструкций.</a:t>
            </a:r>
          </a:p>
        </p:txBody>
      </p:sp>
      <p:sp>
        <p:nvSpPr>
          <p:cNvPr id="18" name="Стрелка: шеврон 17">
            <a:extLst>
              <a:ext uri="{FF2B5EF4-FFF2-40B4-BE49-F238E27FC236}">
                <a16:creationId xmlns:a16="http://schemas.microsoft.com/office/drawing/2014/main" id="{898FB29F-9811-45CE-A75E-0E05C836F707}"/>
              </a:ext>
            </a:extLst>
          </p:cNvPr>
          <p:cNvSpPr/>
          <p:nvPr/>
        </p:nvSpPr>
        <p:spPr>
          <a:xfrm>
            <a:off x="9474200" y="2274570"/>
            <a:ext cx="4292600" cy="911860"/>
          </a:xfrm>
          <a:prstGeom prst="chevr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0" y="25527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Picture background">
            <a:extLst>
              <a:ext uri="{FF2B5EF4-FFF2-40B4-BE49-F238E27FC236}">
                <a16:creationId xmlns:a16="http://schemas.microsoft.com/office/drawing/2014/main" id="{5D1761DA-64EF-4BB4-BD07-9667F5A18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" y="-8145"/>
            <a:ext cx="14654784" cy="823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50000" y="1714500"/>
            <a:ext cx="76200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Дальнейшее развитие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3175000"/>
            <a:ext cx="381000" cy="381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0000" y="29210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0000" y="4445000"/>
            <a:ext cx="381000" cy="381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0000" y="41783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 dirty="0"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0" y="5715000"/>
            <a:ext cx="381000" cy="381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0000" y="54483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298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Аналитика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336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Добавление раздела статистики для анализа продуктивности и отслеживания прогресса по выполненным задачам.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425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Совместная работа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463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Внедрение функционала для обмена задачами и совместной работы над групповыми проектами с одногруппниками.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5000" y="552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Персонализация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590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Возможность настройки тем оформления и уведомлений под индивидуальные предпочтения пользователя.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F747FA-7900-4D7E-AF91-A86CD9237EFC}"/>
              </a:ext>
            </a:extLst>
          </p:cNvPr>
          <p:cNvSpPr txBox="1"/>
          <p:nvPr/>
        </p:nvSpPr>
        <p:spPr>
          <a:xfrm>
            <a:off x="6731000" y="6686550"/>
            <a:ext cx="140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42AEEA72-B09A-4823-BE72-8BB2AB032B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178CD4A-E77A-453B-8FCC-73C83A3E1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52" y="800100"/>
            <a:ext cx="6034913" cy="7157085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50B4B03-1479-4FA4-AF2E-DD05756DEFCE}"/>
              </a:ext>
            </a:extLst>
          </p:cNvPr>
          <p:cNvSpPr/>
          <p:nvPr/>
        </p:nvSpPr>
        <p:spPr>
          <a:xfrm>
            <a:off x="5689600" y="7395210"/>
            <a:ext cx="368300" cy="342900"/>
          </a:xfrm>
          <a:prstGeom prst="rect">
            <a:avLst/>
          </a:prstGeom>
          <a:solidFill>
            <a:srgbClr val="D8DBDE"/>
          </a:solidFill>
          <a:ln>
            <a:solidFill>
              <a:srgbClr val="D7DBD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F2CF75C8-DE65-4B3B-A99C-59F48591C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84" y="-8145"/>
            <a:ext cx="14654784" cy="823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24000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Вопросы к нам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7543800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готовы</a:t>
            </a:r>
            <a:r>
              <a:rPr dirty="0"/>
              <a:t> </a:t>
            </a:r>
            <a:r>
              <a:rPr dirty="0" err="1"/>
              <a:t>ответить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ваши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.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этапе</a:t>
            </a:r>
            <a:r>
              <a:rPr dirty="0"/>
              <a:t> </a:t>
            </a:r>
            <a:r>
              <a:rPr dirty="0" err="1"/>
              <a:t>комиссии</a:t>
            </a:r>
            <a:r>
              <a:rPr dirty="0"/>
              <a:t> </a:t>
            </a:r>
            <a:r>
              <a:rPr dirty="0" err="1"/>
              <a:t>интересуются</a:t>
            </a:r>
            <a:r>
              <a:rPr dirty="0"/>
              <a:t> </a:t>
            </a:r>
            <a:r>
              <a:rPr dirty="0" err="1"/>
              <a:t>следующими</a:t>
            </a:r>
            <a:r>
              <a:rPr dirty="0"/>
              <a:t> </a:t>
            </a:r>
            <a:r>
              <a:rPr dirty="0" err="1"/>
              <a:t>аспектами</a:t>
            </a:r>
            <a:r>
              <a:rPr dirty="0"/>
              <a:t>: </a:t>
            </a:r>
            <a:r>
              <a:rPr dirty="0" err="1"/>
              <a:t>Каким</a:t>
            </a:r>
            <a:r>
              <a:rPr dirty="0"/>
              <a:t> </a:t>
            </a:r>
            <a:r>
              <a:rPr dirty="0" err="1"/>
              <a:t>образом</a:t>
            </a:r>
            <a:r>
              <a:rPr dirty="0"/>
              <a:t> </a:t>
            </a:r>
            <a:r>
              <a:rPr dirty="0" err="1"/>
              <a:t>планируется</a:t>
            </a:r>
            <a:r>
              <a:rPr dirty="0"/>
              <a:t> </a:t>
            </a:r>
            <a:r>
              <a:rPr dirty="0" err="1"/>
              <a:t>монетизация</a:t>
            </a:r>
            <a:r>
              <a:rPr dirty="0"/>
              <a:t> </a:t>
            </a:r>
            <a:r>
              <a:rPr dirty="0" err="1"/>
              <a:t>продукта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таковая</a:t>
            </a:r>
            <a:r>
              <a:rPr dirty="0"/>
              <a:t> </a:t>
            </a:r>
            <a:r>
              <a:rPr dirty="0" err="1"/>
              <a:t>предусмотрена</a:t>
            </a:r>
            <a:r>
              <a:rPr dirty="0"/>
              <a:t>?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метрики</a:t>
            </a:r>
            <a:r>
              <a:rPr dirty="0"/>
              <a:t> </a:t>
            </a:r>
            <a:r>
              <a:rPr dirty="0" err="1"/>
              <a:t>успеха</a:t>
            </a:r>
            <a:r>
              <a:rPr dirty="0"/>
              <a:t> </a:t>
            </a:r>
            <a:r>
              <a:rPr dirty="0" err="1"/>
              <a:t>вы</a:t>
            </a:r>
            <a:r>
              <a:rPr dirty="0"/>
              <a:t> </a:t>
            </a:r>
            <a:r>
              <a:rPr dirty="0" err="1"/>
              <a:t>будете</a:t>
            </a:r>
            <a:r>
              <a:rPr dirty="0"/>
              <a:t> </a:t>
            </a:r>
            <a:r>
              <a:rPr dirty="0" err="1"/>
              <a:t>отслеживать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«</a:t>
            </a:r>
            <a:r>
              <a:rPr dirty="0" err="1"/>
              <a:t>Дедлайн-Мастера</a:t>
            </a:r>
            <a:r>
              <a:rPr dirty="0"/>
              <a:t>»? В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заключаются</a:t>
            </a:r>
            <a:r>
              <a:rPr dirty="0"/>
              <a:t> </a:t>
            </a:r>
            <a:r>
              <a:rPr dirty="0" err="1"/>
              <a:t>ваши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конкурентные</a:t>
            </a:r>
            <a:r>
              <a:rPr dirty="0"/>
              <a:t> </a:t>
            </a:r>
            <a:r>
              <a:rPr dirty="0" err="1"/>
              <a:t>преимущества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существующими</a:t>
            </a:r>
            <a:r>
              <a:rPr dirty="0"/>
              <a:t> </a:t>
            </a:r>
            <a:r>
              <a:rPr dirty="0" err="1"/>
              <a:t>решениями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рынке</a:t>
            </a:r>
            <a:r>
              <a:rPr dirty="0"/>
              <a:t>?</a:t>
            </a:r>
            <a:endParaRPr lang="ru-RU" dirty="0"/>
          </a:p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endParaRPr lang="ru-RU" dirty="0"/>
          </a:p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rPr lang="ru-RU" dirty="0"/>
              <a:t>???????????????????????????????????????????????????????????????????????????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342</Words>
  <Application>Microsoft Office PowerPoint</Application>
  <PresentationFormat>Произвольный</PresentationFormat>
  <Paragraphs>47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student</dc:creator>
  <cp:keywords/>
  <dc:description>generated using python-pptx</dc:description>
  <cp:lastModifiedBy>student</cp:lastModifiedBy>
  <cp:revision>16</cp:revision>
  <dcterms:created xsi:type="dcterms:W3CDTF">2013-01-27T09:14:16Z</dcterms:created>
  <dcterms:modified xsi:type="dcterms:W3CDTF">2026-03-18T11:31:48Z</dcterms:modified>
  <cp:category/>
</cp:coreProperties>
</file>